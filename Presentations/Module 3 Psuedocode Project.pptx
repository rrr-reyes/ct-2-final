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Karimun" charset="0"/>
      <p:regular r:id="rId11"/>
    </p:embeddedFont>
    <p:embeddedFont>
      <p:font typeface="Monterchi Serif Bold" panose="020B0604020202020204" charset="0"/>
      <p:regular r:id="rId12"/>
    </p:embeddedFont>
    <p:embeddedFont>
      <p:font typeface="Source Serif Pro" panose="02040603050405020204" pitchFamily="18" charset="0"/>
      <p:regular r:id="rId13"/>
    </p:embeddedFont>
    <p:embeddedFont>
      <p:font typeface="Source Serif Pro Bold" panose="02040803050405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914" y="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66580">
            <a:off x="9654716" y="2742945"/>
            <a:ext cx="9400422" cy="9722890"/>
          </a:xfrm>
          <a:custGeom>
            <a:avLst/>
            <a:gdLst/>
            <a:ahLst/>
            <a:cxnLst/>
            <a:rect l="l" t="t" r="r" b="b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631316">
            <a:off x="-341565" y="-1602678"/>
            <a:ext cx="8656207" cy="8953145"/>
          </a:xfrm>
          <a:custGeom>
            <a:avLst/>
            <a:gdLst/>
            <a:ahLst/>
            <a:cxnLst/>
            <a:rect l="l" t="t" r="r" b="b"/>
            <a:pathLst>
              <a:path w="8656207" h="8953145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756A01-20B3-E84C-9FF0-4079F34E59EE}"/>
              </a:ext>
            </a:extLst>
          </p:cNvPr>
          <p:cNvGrpSpPr/>
          <p:nvPr/>
        </p:nvGrpSpPr>
        <p:grpSpPr>
          <a:xfrm>
            <a:off x="-330749" y="-239704"/>
            <a:ext cx="18742359" cy="10831558"/>
            <a:chOff x="-330749" y="-239704"/>
            <a:chExt cx="18742359" cy="10831558"/>
          </a:xfrm>
        </p:grpSpPr>
        <p:sp>
          <p:nvSpPr>
            <p:cNvPr id="4" name="Freeform 4"/>
            <p:cNvSpPr/>
            <p:nvPr/>
          </p:nvSpPr>
          <p:spPr>
            <a:xfrm>
              <a:off x="-330749" y="1468727"/>
              <a:ext cx="8343860" cy="9123127"/>
            </a:xfrm>
            <a:custGeom>
              <a:avLst/>
              <a:gdLst/>
              <a:ahLst/>
              <a:cxnLst/>
              <a:rect l="l" t="t" r="r" b="b"/>
              <a:pathLst>
                <a:path w="8343860" h="9123127">
                  <a:moveTo>
                    <a:pt x="0" y="0"/>
                  </a:moveTo>
                  <a:lnTo>
                    <a:pt x="8343860" y="0"/>
                  </a:lnTo>
                  <a:lnTo>
                    <a:pt x="8343860" y="9123127"/>
                  </a:lnTo>
                  <a:lnTo>
                    <a:pt x="0" y="9123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 rot="-10800000">
              <a:off x="10613756" y="-239704"/>
              <a:ext cx="7797854" cy="8526128"/>
            </a:xfrm>
            <a:custGeom>
              <a:avLst/>
              <a:gdLst/>
              <a:ahLst/>
              <a:cxnLst/>
              <a:rect l="l" t="t" r="r" b="b"/>
              <a:pathLst>
                <a:path w="7797854" h="8526128">
                  <a:moveTo>
                    <a:pt x="0" y="0"/>
                  </a:moveTo>
                  <a:lnTo>
                    <a:pt x="7797854" y="0"/>
                  </a:lnTo>
                  <a:lnTo>
                    <a:pt x="7797854" y="8526127"/>
                  </a:lnTo>
                  <a:lnTo>
                    <a:pt x="0" y="8526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DF5228-DBD1-5363-3F8E-87903EFDB18C}"/>
              </a:ext>
            </a:extLst>
          </p:cNvPr>
          <p:cNvGrpSpPr/>
          <p:nvPr/>
        </p:nvGrpSpPr>
        <p:grpSpPr>
          <a:xfrm>
            <a:off x="3168088" y="3072454"/>
            <a:ext cx="11339117" cy="3606791"/>
            <a:chOff x="3168088" y="3072454"/>
            <a:chExt cx="11339117" cy="3606791"/>
          </a:xfrm>
        </p:grpSpPr>
        <p:sp>
          <p:nvSpPr>
            <p:cNvPr id="6" name="TextBox 6"/>
            <p:cNvSpPr txBox="1"/>
            <p:nvPr/>
          </p:nvSpPr>
          <p:spPr>
            <a:xfrm>
              <a:off x="3168088" y="4320824"/>
              <a:ext cx="11339117" cy="21530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627"/>
                </a:lnSpc>
              </a:pPr>
              <a:r>
                <a:rPr lang="en-US" sz="12590" b="1" spc="768" dirty="0">
                  <a:solidFill>
                    <a:srgbClr val="3D2917"/>
                  </a:solidFill>
                  <a:latin typeface="Monterchi Serif Bold"/>
                  <a:ea typeface="Monterchi Serif Bold"/>
                  <a:cs typeface="Monterchi Serif Bold"/>
                  <a:sym typeface="Monterchi Serif Bold"/>
                </a:rPr>
                <a:t>PSUEDOCODE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41181" y="3072454"/>
              <a:ext cx="9985495" cy="1496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1517"/>
                </a:lnSpc>
                <a:spcBef>
                  <a:spcPct val="0"/>
                </a:spcBef>
              </a:pPr>
              <a:r>
                <a:rPr lang="en-US" sz="8226" spc="361" dirty="0">
                  <a:solidFill>
                    <a:srgbClr val="3D2917"/>
                  </a:solidFill>
                  <a:latin typeface="Karimun"/>
                  <a:ea typeface="Karimun"/>
                  <a:cs typeface="Karimun"/>
                  <a:sym typeface="Karimun"/>
                </a:rPr>
                <a:t>Computational Thinking II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59222" y="6234828"/>
              <a:ext cx="8369556" cy="444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71"/>
                </a:lnSpc>
                <a:spcBef>
                  <a:spcPct val="0"/>
                </a:spcBef>
              </a:pPr>
              <a:r>
                <a:rPr lang="en-US" sz="2551" i="1" spc="56" dirty="0">
                  <a:solidFill>
                    <a:srgbClr val="3D2917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Tolu Adeola, Maloney Tutu, Earl Pough, Ralph Reyes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0569">
            <a:off x="-133144" y="2697905"/>
            <a:ext cx="9400422" cy="9722890"/>
          </a:xfrm>
          <a:custGeom>
            <a:avLst/>
            <a:gdLst/>
            <a:ahLst/>
            <a:cxnLst/>
            <a:rect l="l" t="t" r="r" b="b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487580">
            <a:off x="8532367" y="-2775906"/>
            <a:ext cx="12810333" cy="13249773"/>
          </a:xfrm>
          <a:custGeom>
            <a:avLst/>
            <a:gdLst/>
            <a:ahLst/>
            <a:cxnLst/>
            <a:rect l="l" t="t" r="r" b="b"/>
            <a:pathLst>
              <a:path w="12810333" h="13249773">
                <a:moveTo>
                  <a:pt x="0" y="0"/>
                </a:moveTo>
                <a:lnTo>
                  <a:pt x="12810333" y="0"/>
                </a:lnTo>
                <a:lnTo>
                  <a:pt x="12810333" y="13249773"/>
                </a:lnTo>
                <a:lnTo>
                  <a:pt x="0" y="13249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-2254268" y="1120891"/>
            <a:ext cx="9352494" cy="5237396"/>
          </a:xfrm>
          <a:custGeom>
            <a:avLst/>
            <a:gdLst/>
            <a:ahLst/>
            <a:cxnLst/>
            <a:rect l="l" t="t" r="r" b="b"/>
            <a:pathLst>
              <a:path w="9352494" h="5237396">
                <a:moveTo>
                  <a:pt x="0" y="0"/>
                </a:moveTo>
                <a:lnTo>
                  <a:pt x="9352494" y="0"/>
                </a:lnTo>
                <a:lnTo>
                  <a:pt x="9352494" y="5237396"/>
                </a:lnTo>
                <a:lnTo>
                  <a:pt x="0" y="5237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061559" y="4252142"/>
            <a:ext cx="4988985" cy="3932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9116" lvl="1" indent="-409558" algn="just">
              <a:lnSpc>
                <a:spcPts val="5311"/>
              </a:lnSpc>
              <a:buAutoNum type="arabicPeriod"/>
            </a:pPr>
            <a:r>
              <a:rPr lang="en-US" sz="3793" spc="83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UML Diagrams</a:t>
            </a:r>
          </a:p>
          <a:p>
            <a:pPr marL="819116" lvl="1" indent="-409558" algn="just">
              <a:lnSpc>
                <a:spcPts val="5311"/>
              </a:lnSpc>
              <a:buAutoNum type="arabicPeriod"/>
            </a:pPr>
            <a:r>
              <a:rPr lang="en-US" sz="3793" spc="83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Simulation Details</a:t>
            </a:r>
          </a:p>
          <a:p>
            <a:pPr marL="819116" lvl="1" indent="-409558" algn="just">
              <a:lnSpc>
                <a:spcPts val="5311"/>
              </a:lnSpc>
              <a:buAutoNum type="arabicPeriod"/>
            </a:pPr>
            <a:r>
              <a:rPr lang="en-US" sz="3793" spc="83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(S) Pseudocode</a:t>
            </a:r>
          </a:p>
          <a:p>
            <a:pPr marL="819116" lvl="1" indent="-409558" algn="just">
              <a:lnSpc>
                <a:spcPts val="5311"/>
              </a:lnSpc>
              <a:buAutoNum type="arabicPeriod"/>
            </a:pPr>
            <a:r>
              <a:rPr lang="en-US" sz="3793" spc="83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(I) Pseudocode</a:t>
            </a:r>
          </a:p>
          <a:p>
            <a:pPr marL="819116" lvl="1" indent="-409558" algn="just">
              <a:lnSpc>
                <a:spcPts val="5311"/>
              </a:lnSpc>
              <a:buAutoNum type="arabicPeriod"/>
            </a:pPr>
            <a:r>
              <a:rPr lang="en-US" sz="3793" spc="83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(IZ) Pseudocode</a:t>
            </a:r>
          </a:p>
          <a:p>
            <a:pPr marL="819116" lvl="1" indent="-409558" algn="just">
              <a:lnSpc>
                <a:spcPts val="5311"/>
              </a:lnSpc>
              <a:spcBef>
                <a:spcPct val="0"/>
              </a:spcBef>
              <a:buAutoNum type="arabicPeriod"/>
            </a:pPr>
            <a:r>
              <a:rPr lang="en-US" sz="3793" spc="83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Challenges</a:t>
            </a:r>
          </a:p>
        </p:txBody>
      </p:sp>
      <p:sp>
        <p:nvSpPr>
          <p:cNvPr id="6" name="Freeform 6"/>
          <p:cNvSpPr/>
          <p:nvPr/>
        </p:nvSpPr>
        <p:spPr>
          <a:xfrm rot="-5400000">
            <a:off x="11440073" y="3315091"/>
            <a:ext cx="9352494" cy="5237396"/>
          </a:xfrm>
          <a:custGeom>
            <a:avLst/>
            <a:gdLst/>
            <a:ahLst/>
            <a:cxnLst/>
            <a:rect l="l" t="t" r="r" b="b"/>
            <a:pathLst>
              <a:path w="9352494" h="5237396">
                <a:moveTo>
                  <a:pt x="0" y="0"/>
                </a:moveTo>
                <a:lnTo>
                  <a:pt x="9352493" y="0"/>
                </a:lnTo>
                <a:lnTo>
                  <a:pt x="9352493" y="5237397"/>
                </a:lnTo>
                <a:lnTo>
                  <a:pt x="0" y="523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93073" y="2171654"/>
            <a:ext cx="16901854" cy="216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27"/>
              </a:lnSpc>
            </a:pPr>
            <a:r>
              <a:rPr lang="en-US" sz="12591" b="1" spc="768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TABLE OF CONTENTS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4">
            <a:extLst>
              <a:ext uri="{FF2B5EF4-FFF2-40B4-BE49-F238E27FC236}">
                <a16:creationId xmlns:a16="http://schemas.microsoft.com/office/drawing/2014/main" id="{1AAC0A3A-A666-50BA-D365-677958A95FBB}"/>
              </a:ext>
            </a:extLst>
          </p:cNvPr>
          <p:cNvSpPr/>
          <p:nvPr/>
        </p:nvSpPr>
        <p:spPr>
          <a:xfrm rot="9595900">
            <a:off x="2521201" y="-5285645"/>
            <a:ext cx="15710271" cy="11521221"/>
          </a:xfrm>
          <a:custGeom>
            <a:avLst/>
            <a:gdLst/>
            <a:ahLst/>
            <a:cxnLst/>
            <a:rect l="l" t="t" r="r" b="b"/>
            <a:pathLst>
              <a:path w="9352494" h="5237396">
                <a:moveTo>
                  <a:pt x="0" y="0"/>
                </a:moveTo>
                <a:lnTo>
                  <a:pt x="9352494" y="0"/>
                </a:lnTo>
                <a:lnTo>
                  <a:pt x="9352494" y="5237396"/>
                </a:lnTo>
                <a:lnTo>
                  <a:pt x="0" y="5237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DB5B307-A0D3-F892-C905-FBE43EAC3C5B}"/>
              </a:ext>
            </a:extLst>
          </p:cNvPr>
          <p:cNvGrpSpPr/>
          <p:nvPr/>
        </p:nvGrpSpPr>
        <p:grpSpPr>
          <a:xfrm>
            <a:off x="634472" y="3749893"/>
            <a:ext cx="5522757" cy="4793238"/>
            <a:chOff x="634472" y="3749893"/>
            <a:chExt cx="5522757" cy="4793238"/>
          </a:xfrm>
        </p:grpSpPr>
        <p:grpSp>
          <p:nvGrpSpPr>
            <p:cNvPr id="5" name="Group 5"/>
            <p:cNvGrpSpPr/>
            <p:nvPr/>
          </p:nvGrpSpPr>
          <p:grpSpPr>
            <a:xfrm>
              <a:off x="634472" y="3749893"/>
              <a:ext cx="5522757" cy="4793238"/>
              <a:chOff x="0" y="0"/>
              <a:chExt cx="453389" cy="3935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53389" cy="393500"/>
              </a:xfrm>
              <a:custGeom>
                <a:avLst/>
                <a:gdLst/>
                <a:ahLst/>
                <a:cxnLst/>
                <a:rect l="l" t="t" r="r" b="b"/>
                <a:pathLst>
                  <a:path w="453389" h="393500">
                    <a:moveTo>
                      <a:pt x="51867" y="0"/>
                    </a:moveTo>
                    <a:lnTo>
                      <a:pt x="401522" y="0"/>
                    </a:lnTo>
                    <a:cubicBezTo>
                      <a:pt x="430167" y="0"/>
                      <a:pt x="453389" y="23222"/>
                      <a:pt x="453389" y="51867"/>
                    </a:cubicBezTo>
                    <a:lnTo>
                      <a:pt x="453389" y="341632"/>
                    </a:lnTo>
                    <a:cubicBezTo>
                      <a:pt x="453389" y="370278"/>
                      <a:pt x="430167" y="393500"/>
                      <a:pt x="401522" y="393500"/>
                    </a:cubicBezTo>
                    <a:lnTo>
                      <a:pt x="51867" y="393500"/>
                    </a:lnTo>
                    <a:cubicBezTo>
                      <a:pt x="23222" y="393500"/>
                      <a:pt x="0" y="370278"/>
                      <a:pt x="0" y="341632"/>
                    </a:cubicBezTo>
                    <a:lnTo>
                      <a:pt x="0" y="51867"/>
                    </a:lnTo>
                    <a:cubicBezTo>
                      <a:pt x="0" y="23222"/>
                      <a:pt x="23222" y="0"/>
                      <a:pt x="518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725" cap="rnd">
                <a:solidFill>
                  <a:srgbClr val="E8D3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453389" cy="450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766919" y="4389164"/>
              <a:ext cx="5257864" cy="3531642"/>
            </a:xfrm>
            <a:custGeom>
              <a:avLst/>
              <a:gdLst/>
              <a:ahLst/>
              <a:cxnLst/>
              <a:rect l="l" t="t" r="r" b="b"/>
              <a:pathLst>
                <a:path w="5257864" h="3531642">
                  <a:moveTo>
                    <a:pt x="0" y="0"/>
                  </a:moveTo>
                  <a:lnTo>
                    <a:pt x="5257864" y="0"/>
                  </a:lnTo>
                  <a:lnTo>
                    <a:pt x="5257864" y="3531642"/>
                  </a:lnTo>
                  <a:lnTo>
                    <a:pt x="0" y="3531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1" r="-33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ACE2FE1-81AC-F5B3-A211-46BB63CAEEF9}"/>
              </a:ext>
            </a:extLst>
          </p:cNvPr>
          <p:cNvGrpSpPr/>
          <p:nvPr/>
        </p:nvGrpSpPr>
        <p:grpSpPr>
          <a:xfrm>
            <a:off x="12130771" y="3749893"/>
            <a:ext cx="5522757" cy="4793238"/>
            <a:chOff x="12130771" y="3749893"/>
            <a:chExt cx="5522757" cy="4793238"/>
          </a:xfrm>
        </p:grpSpPr>
        <p:grpSp>
          <p:nvGrpSpPr>
            <p:cNvPr id="14" name="Group 14"/>
            <p:cNvGrpSpPr/>
            <p:nvPr/>
          </p:nvGrpSpPr>
          <p:grpSpPr>
            <a:xfrm>
              <a:off x="12130771" y="3749893"/>
              <a:ext cx="5522757" cy="4793238"/>
              <a:chOff x="0" y="0"/>
              <a:chExt cx="453389" cy="393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53389" cy="393500"/>
              </a:xfrm>
              <a:custGeom>
                <a:avLst/>
                <a:gdLst/>
                <a:ahLst/>
                <a:cxnLst/>
                <a:rect l="l" t="t" r="r" b="b"/>
                <a:pathLst>
                  <a:path w="453389" h="393500">
                    <a:moveTo>
                      <a:pt x="51867" y="0"/>
                    </a:moveTo>
                    <a:lnTo>
                      <a:pt x="401522" y="0"/>
                    </a:lnTo>
                    <a:cubicBezTo>
                      <a:pt x="430167" y="0"/>
                      <a:pt x="453389" y="23222"/>
                      <a:pt x="453389" y="51867"/>
                    </a:cubicBezTo>
                    <a:lnTo>
                      <a:pt x="453389" y="341632"/>
                    </a:lnTo>
                    <a:cubicBezTo>
                      <a:pt x="453389" y="370278"/>
                      <a:pt x="430167" y="393500"/>
                      <a:pt x="401522" y="393500"/>
                    </a:cubicBezTo>
                    <a:lnTo>
                      <a:pt x="51867" y="393500"/>
                    </a:lnTo>
                    <a:cubicBezTo>
                      <a:pt x="23222" y="393500"/>
                      <a:pt x="0" y="370278"/>
                      <a:pt x="0" y="341632"/>
                    </a:cubicBezTo>
                    <a:lnTo>
                      <a:pt x="0" y="51867"/>
                    </a:lnTo>
                    <a:cubicBezTo>
                      <a:pt x="0" y="23222"/>
                      <a:pt x="23222" y="0"/>
                      <a:pt x="518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725" cap="rnd">
                <a:solidFill>
                  <a:srgbClr val="E8D3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453389" cy="450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12603004" y="3994604"/>
              <a:ext cx="4578290" cy="4320761"/>
            </a:xfrm>
            <a:custGeom>
              <a:avLst/>
              <a:gdLst/>
              <a:ahLst/>
              <a:cxnLst/>
              <a:rect l="l" t="t" r="r" b="b"/>
              <a:pathLst>
                <a:path w="4578290" h="4320761">
                  <a:moveTo>
                    <a:pt x="0" y="0"/>
                  </a:moveTo>
                  <a:lnTo>
                    <a:pt x="4578290" y="0"/>
                  </a:lnTo>
                  <a:lnTo>
                    <a:pt x="4578290" y="4320761"/>
                  </a:lnTo>
                  <a:lnTo>
                    <a:pt x="0" y="4320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0694" y="876511"/>
            <a:ext cx="16230600" cy="135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sz="9999" b="1" spc="319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UML DIAGRAMS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55BCCD4-56C1-6AF7-0B6D-C0D07EB2174C}"/>
              </a:ext>
            </a:extLst>
          </p:cNvPr>
          <p:cNvGrpSpPr/>
          <p:nvPr/>
        </p:nvGrpSpPr>
        <p:grpSpPr>
          <a:xfrm>
            <a:off x="6427325" y="3749893"/>
            <a:ext cx="5522757" cy="4793238"/>
            <a:chOff x="6427325" y="3749893"/>
            <a:chExt cx="5522757" cy="4793238"/>
          </a:xfrm>
        </p:grpSpPr>
        <p:grpSp>
          <p:nvGrpSpPr>
            <p:cNvPr id="2" name="Group 2"/>
            <p:cNvGrpSpPr/>
            <p:nvPr/>
          </p:nvGrpSpPr>
          <p:grpSpPr>
            <a:xfrm>
              <a:off x="6427325" y="3749893"/>
              <a:ext cx="5522757" cy="4793238"/>
              <a:chOff x="0" y="0"/>
              <a:chExt cx="453389" cy="3935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453389" cy="393500"/>
              </a:xfrm>
              <a:custGeom>
                <a:avLst/>
                <a:gdLst/>
                <a:ahLst/>
                <a:cxnLst/>
                <a:rect l="l" t="t" r="r" b="b"/>
                <a:pathLst>
                  <a:path w="453389" h="393500">
                    <a:moveTo>
                      <a:pt x="51867" y="0"/>
                    </a:moveTo>
                    <a:lnTo>
                      <a:pt x="401522" y="0"/>
                    </a:lnTo>
                    <a:cubicBezTo>
                      <a:pt x="430167" y="0"/>
                      <a:pt x="453389" y="23222"/>
                      <a:pt x="453389" y="51867"/>
                    </a:cubicBezTo>
                    <a:lnTo>
                      <a:pt x="453389" y="341632"/>
                    </a:lnTo>
                    <a:cubicBezTo>
                      <a:pt x="453389" y="370278"/>
                      <a:pt x="430167" y="393500"/>
                      <a:pt x="401522" y="393500"/>
                    </a:cubicBezTo>
                    <a:lnTo>
                      <a:pt x="51867" y="393500"/>
                    </a:lnTo>
                    <a:cubicBezTo>
                      <a:pt x="23222" y="393500"/>
                      <a:pt x="0" y="370278"/>
                      <a:pt x="0" y="341632"/>
                    </a:cubicBezTo>
                    <a:lnTo>
                      <a:pt x="0" y="51867"/>
                    </a:lnTo>
                    <a:cubicBezTo>
                      <a:pt x="0" y="23222"/>
                      <a:pt x="23222" y="0"/>
                      <a:pt x="518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725" cap="rnd">
                <a:solidFill>
                  <a:srgbClr val="947158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0" y="-57150"/>
                <a:ext cx="453389" cy="450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7127331" y="3994604"/>
              <a:ext cx="4374161" cy="4320761"/>
            </a:xfrm>
            <a:custGeom>
              <a:avLst/>
              <a:gdLst/>
              <a:ahLst/>
              <a:cxnLst/>
              <a:rect l="l" t="t" r="r" b="b"/>
              <a:pathLst>
                <a:path w="4505570" h="4621097">
                  <a:moveTo>
                    <a:pt x="0" y="0"/>
                  </a:moveTo>
                  <a:lnTo>
                    <a:pt x="4505570" y="0"/>
                  </a:lnTo>
                  <a:lnTo>
                    <a:pt x="4505570" y="4621097"/>
                  </a:lnTo>
                  <a:lnTo>
                    <a:pt x="0" y="4621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B8700A3-F944-3A56-6CE1-C67336E41861}"/>
              </a:ext>
            </a:extLst>
          </p:cNvPr>
          <p:cNvGrpSpPr/>
          <p:nvPr/>
        </p:nvGrpSpPr>
        <p:grpSpPr>
          <a:xfrm>
            <a:off x="2628259" y="2106006"/>
            <a:ext cx="1679566" cy="1679566"/>
            <a:chOff x="2628259" y="2106006"/>
            <a:chExt cx="1679566" cy="1679566"/>
          </a:xfrm>
        </p:grpSpPr>
        <p:grpSp>
          <p:nvGrpSpPr>
            <p:cNvPr id="8" name="Group 8"/>
            <p:cNvGrpSpPr/>
            <p:nvPr/>
          </p:nvGrpSpPr>
          <p:grpSpPr>
            <a:xfrm rot="2700000">
              <a:off x="2628259" y="2106006"/>
              <a:ext cx="1679566" cy="1679566"/>
              <a:chOff x="0" y="0"/>
              <a:chExt cx="2239422" cy="2239422"/>
            </a:xfrm>
          </p:grpSpPr>
          <p:grpSp>
            <p:nvGrpSpPr>
              <p:cNvPr id="9" name="Group 9"/>
              <p:cNvGrpSpPr>
                <a:grpSpLocks noChangeAspect="1"/>
              </p:cNvGrpSpPr>
              <p:nvPr/>
            </p:nvGrpSpPr>
            <p:grpSpPr>
              <a:xfrm>
                <a:off x="0" y="0"/>
                <a:ext cx="2239422" cy="2239422"/>
                <a:chOff x="0" y="0"/>
                <a:chExt cx="14400530" cy="1440053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14400530" cy="14399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0530" h="14399261">
                      <a:moveTo>
                        <a:pt x="7199630" y="0"/>
                      </a:moveTo>
                      <a:cubicBezTo>
                        <a:pt x="3223260" y="0"/>
                        <a:pt x="0" y="3223260"/>
                        <a:pt x="0" y="7199630"/>
                      </a:cubicBezTo>
                      <a:cubicBezTo>
                        <a:pt x="0" y="11176001"/>
                        <a:pt x="3223260" y="14399261"/>
                        <a:pt x="7199630" y="14399261"/>
                      </a:cubicBezTo>
                      <a:lnTo>
                        <a:pt x="14399261" y="14399261"/>
                      </a:lnTo>
                      <a:lnTo>
                        <a:pt x="14399261" y="7199630"/>
                      </a:lnTo>
                      <a:cubicBezTo>
                        <a:pt x="14400530" y="3223260"/>
                        <a:pt x="11176000" y="0"/>
                        <a:pt x="7199630" y="0"/>
                      </a:cubicBezTo>
                      <a:close/>
                    </a:path>
                  </a:pathLst>
                </a:custGeom>
                <a:solidFill>
                  <a:srgbClr val="E8D3BF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1"/>
              <p:cNvGrpSpPr/>
              <p:nvPr/>
            </p:nvGrpSpPr>
            <p:grpSpPr>
              <a:xfrm>
                <a:off x="274846" y="313405"/>
                <a:ext cx="1684151" cy="1684151"/>
                <a:chOff x="0" y="0"/>
                <a:chExt cx="812800" cy="8128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DFDFD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76200" y="19050"/>
                  <a:ext cx="660400" cy="7175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00"/>
                    </a:lnSpc>
                  </a:pPr>
                  <a:endParaRPr/>
                </a:p>
              </p:txBody>
            </p:sp>
          </p:grpSp>
        </p:grpSp>
        <p:sp>
          <p:nvSpPr>
            <p:cNvPr id="33" name="TextBox 33"/>
            <p:cNvSpPr txBox="1"/>
            <p:nvPr/>
          </p:nvSpPr>
          <p:spPr>
            <a:xfrm>
              <a:off x="3220839" y="2340185"/>
              <a:ext cx="494407" cy="1184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99"/>
                </a:lnSpc>
                <a:spcBef>
                  <a:spcPct val="0"/>
                </a:spcBef>
              </a:pPr>
              <a:r>
                <a:rPr lang="en-US" sz="6999" b="1" spc="153" dirty="0">
                  <a:solidFill>
                    <a:srgbClr val="3D2917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885534F-7239-D8B7-ABB0-4F17A9BFDB77}"/>
              </a:ext>
            </a:extLst>
          </p:cNvPr>
          <p:cNvGrpSpPr/>
          <p:nvPr/>
        </p:nvGrpSpPr>
        <p:grpSpPr>
          <a:xfrm>
            <a:off x="8348920" y="2111853"/>
            <a:ext cx="1679566" cy="1679566"/>
            <a:chOff x="8348920" y="2111853"/>
            <a:chExt cx="1679566" cy="1679566"/>
          </a:xfrm>
        </p:grpSpPr>
        <p:grpSp>
          <p:nvGrpSpPr>
            <p:cNvPr id="27" name="Group 27"/>
            <p:cNvGrpSpPr/>
            <p:nvPr/>
          </p:nvGrpSpPr>
          <p:grpSpPr>
            <a:xfrm rot="-2700000">
              <a:off x="8348920" y="2111853"/>
              <a:ext cx="1679566" cy="1679566"/>
              <a:chOff x="0" y="0"/>
              <a:chExt cx="2239422" cy="2239422"/>
            </a:xfrm>
          </p:grpSpPr>
          <p:grpSp>
            <p:nvGrpSpPr>
              <p:cNvPr id="28" name="Group 28"/>
              <p:cNvGrpSpPr>
                <a:grpSpLocks noChangeAspect="1"/>
              </p:cNvGrpSpPr>
              <p:nvPr/>
            </p:nvGrpSpPr>
            <p:grpSpPr>
              <a:xfrm rot="5400000">
                <a:off x="0" y="0"/>
                <a:ext cx="2239422" cy="2239422"/>
                <a:chOff x="0" y="0"/>
                <a:chExt cx="14400530" cy="1440053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0" y="0"/>
                  <a:ext cx="14400530" cy="14399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0530" h="14399261">
                      <a:moveTo>
                        <a:pt x="7199630" y="0"/>
                      </a:moveTo>
                      <a:cubicBezTo>
                        <a:pt x="3223260" y="0"/>
                        <a:pt x="0" y="3223260"/>
                        <a:pt x="0" y="7199630"/>
                      </a:cubicBezTo>
                      <a:cubicBezTo>
                        <a:pt x="0" y="11176001"/>
                        <a:pt x="3223260" y="14399261"/>
                        <a:pt x="7199630" y="14399261"/>
                      </a:cubicBezTo>
                      <a:lnTo>
                        <a:pt x="14399261" y="14399261"/>
                      </a:lnTo>
                      <a:lnTo>
                        <a:pt x="14399261" y="7199630"/>
                      </a:lnTo>
                      <a:cubicBezTo>
                        <a:pt x="14400530" y="3223260"/>
                        <a:pt x="11176000" y="0"/>
                        <a:pt x="7199630" y="0"/>
                      </a:cubicBezTo>
                      <a:close/>
                    </a:path>
                  </a:pathLst>
                </a:custGeom>
                <a:solidFill>
                  <a:srgbClr val="947158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259872" y="310036"/>
                <a:ext cx="1687520" cy="1687520"/>
                <a:chOff x="0" y="0"/>
                <a:chExt cx="812800" cy="8128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DFDFD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6200" y="19050"/>
                  <a:ext cx="660400" cy="7175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00"/>
                    </a:lnSpc>
                  </a:pPr>
                  <a:endParaRPr/>
                </a:p>
              </p:txBody>
            </p:sp>
          </p:grpSp>
        </p:grpSp>
        <p:sp>
          <p:nvSpPr>
            <p:cNvPr id="34" name="TextBox 34"/>
            <p:cNvSpPr txBox="1"/>
            <p:nvPr/>
          </p:nvSpPr>
          <p:spPr>
            <a:xfrm>
              <a:off x="9026204" y="2340185"/>
              <a:ext cx="353913" cy="1184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99"/>
                </a:lnSpc>
                <a:spcBef>
                  <a:spcPct val="0"/>
                </a:spcBef>
              </a:pPr>
              <a:r>
                <a:rPr lang="en-US" sz="6999" b="1" spc="153">
                  <a:solidFill>
                    <a:srgbClr val="3D2917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C6B76AE-374E-C210-E5B4-AB983DEDF3EA}"/>
              </a:ext>
            </a:extLst>
          </p:cNvPr>
          <p:cNvGrpSpPr/>
          <p:nvPr/>
        </p:nvGrpSpPr>
        <p:grpSpPr>
          <a:xfrm>
            <a:off x="14052366" y="2133863"/>
            <a:ext cx="1679566" cy="1679566"/>
            <a:chOff x="14052366" y="2133863"/>
            <a:chExt cx="1679566" cy="1679566"/>
          </a:xfrm>
        </p:grpSpPr>
        <p:grpSp>
          <p:nvGrpSpPr>
            <p:cNvPr id="20" name="Group 20"/>
            <p:cNvGrpSpPr/>
            <p:nvPr/>
          </p:nvGrpSpPr>
          <p:grpSpPr>
            <a:xfrm rot="2700000">
              <a:off x="14052366" y="2133863"/>
              <a:ext cx="1679566" cy="1679566"/>
              <a:chOff x="0" y="0"/>
              <a:chExt cx="2239422" cy="2239422"/>
            </a:xfrm>
          </p:grpSpPr>
          <p:grpSp>
            <p:nvGrpSpPr>
              <p:cNvPr id="21" name="Group 21"/>
              <p:cNvGrpSpPr>
                <a:grpSpLocks noChangeAspect="1"/>
              </p:cNvGrpSpPr>
              <p:nvPr/>
            </p:nvGrpSpPr>
            <p:grpSpPr>
              <a:xfrm>
                <a:off x="0" y="0"/>
                <a:ext cx="2239422" cy="2239422"/>
                <a:chOff x="0" y="0"/>
                <a:chExt cx="14400530" cy="1440053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0" y="0"/>
                  <a:ext cx="14400530" cy="14399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0530" h="14399261">
                      <a:moveTo>
                        <a:pt x="7199630" y="0"/>
                      </a:moveTo>
                      <a:cubicBezTo>
                        <a:pt x="3223260" y="0"/>
                        <a:pt x="0" y="3223260"/>
                        <a:pt x="0" y="7199630"/>
                      </a:cubicBezTo>
                      <a:cubicBezTo>
                        <a:pt x="0" y="11176001"/>
                        <a:pt x="3223260" y="14399261"/>
                        <a:pt x="7199630" y="14399261"/>
                      </a:cubicBezTo>
                      <a:lnTo>
                        <a:pt x="14399261" y="14399261"/>
                      </a:lnTo>
                      <a:lnTo>
                        <a:pt x="14399261" y="7199630"/>
                      </a:lnTo>
                      <a:cubicBezTo>
                        <a:pt x="14400530" y="3223260"/>
                        <a:pt x="11176000" y="0"/>
                        <a:pt x="7199630" y="0"/>
                      </a:cubicBezTo>
                      <a:close/>
                    </a:path>
                  </a:pathLst>
                </a:custGeom>
                <a:solidFill>
                  <a:srgbClr val="E8D3BF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274846" y="313405"/>
                <a:ext cx="1684151" cy="1684151"/>
                <a:chOff x="0" y="0"/>
                <a:chExt cx="812800" cy="8128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DFDFD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6200" y="19050"/>
                  <a:ext cx="660400" cy="7175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00"/>
                    </a:lnSpc>
                  </a:pPr>
                  <a:endParaRPr/>
                </a:p>
              </p:txBody>
            </p:sp>
          </p:grpSp>
        </p:grpSp>
        <p:sp>
          <p:nvSpPr>
            <p:cNvPr id="35" name="TextBox 35"/>
            <p:cNvSpPr txBox="1"/>
            <p:nvPr/>
          </p:nvSpPr>
          <p:spPr>
            <a:xfrm>
              <a:off x="14315350" y="2340078"/>
              <a:ext cx="1185777" cy="12118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799"/>
                </a:lnSpc>
                <a:spcBef>
                  <a:spcPct val="0"/>
                </a:spcBef>
              </a:pPr>
              <a:r>
                <a:rPr lang="en-US" sz="6999" b="1" spc="153" dirty="0">
                  <a:solidFill>
                    <a:srgbClr val="3D2917"/>
                  </a:solidFill>
                  <a:latin typeface="Source Serif Pro Bold"/>
                  <a:ea typeface="Source Serif Pro Bold"/>
                  <a:cs typeface="Source Serif Pro Bold"/>
                  <a:sym typeface="Source Serif Pro Bold"/>
                </a:rPr>
                <a:t>IZ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96820">
            <a:off x="9935249" y="3401101"/>
            <a:ext cx="9400422" cy="9722890"/>
          </a:xfrm>
          <a:custGeom>
            <a:avLst/>
            <a:gdLst/>
            <a:ahLst/>
            <a:cxnLst/>
            <a:rect l="l" t="t" r="r" b="b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301578">
            <a:off x="-1413494" y="-1790161"/>
            <a:ext cx="10501467" cy="10861705"/>
          </a:xfrm>
          <a:custGeom>
            <a:avLst/>
            <a:gdLst/>
            <a:ahLst/>
            <a:cxnLst/>
            <a:rect l="l" t="t" r="r" b="b"/>
            <a:pathLst>
              <a:path w="10501467" h="10861705">
                <a:moveTo>
                  <a:pt x="0" y="0"/>
                </a:moveTo>
                <a:lnTo>
                  <a:pt x="10501467" y="0"/>
                </a:lnTo>
                <a:lnTo>
                  <a:pt x="10501467" y="10861705"/>
                </a:lnTo>
                <a:lnTo>
                  <a:pt x="0" y="1086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1578945" y="-622373"/>
            <a:ext cx="7797854" cy="8526128"/>
          </a:xfrm>
          <a:custGeom>
            <a:avLst/>
            <a:gdLst/>
            <a:ahLst/>
            <a:cxnLst/>
            <a:rect l="l" t="t" r="r" b="b"/>
            <a:pathLst>
              <a:path w="7797854" h="8526128">
                <a:moveTo>
                  <a:pt x="0" y="0"/>
                </a:moveTo>
                <a:lnTo>
                  <a:pt x="7797854" y="0"/>
                </a:lnTo>
                <a:lnTo>
                  <a:pt x="7797854" y="8526128"/>
                </a:lnTo>
                <a:lnTo>
                  <a:pt x="0" y="852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345291">
            <a:off x="-474417" y="2532675"/>
            <a:ext cx="7797854" cy="8526128"/>
          </a:xfrm>
          <a:custGeom>
            <a:avLst/>
            <a:gdLst/>
            <a:ahLst/>
            <a:cxnLst/>
            <a:rect l="l" t="t" r="r" b="b"/>
            <a:pathLst>
              <a:path w="7797854" h="8526128">
                <a:moveTo>
                  <a:pt x="0" y="0"/>
                </a:moveTo>
                <a:lnTo>
                  <a:pt x="7797854" y="0"/>
                </a:lnTo>
                <a:lnTo>
                  <a:pt x="7797854" y="8526128"/>
                </a:lnTo>
                <a:lnTo>
                  <a:pt x="0" y="852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611258" y="3982597"/>
            <a:ext cx="9609829" cy="4466313"/>
          </a:xfrm>
          <a:custGeom>
            <a:avLst/>
            <a:gdLst/>
            <a:ahLst/>
            <a:cxnLst/>
            <a:rect l="l" t="t" r="r" b="b"/>
            <a:pathLst>
              <a:path w="9609829" h="4466313">
                <a:moveTo>
                  <a:pt x="0" y="0"/>
                </a:moveTo>
                <a:lnTo>
                  <a:pt x="9609829" y="0"/>
                </a:lnTo>
                <a:lnTo>
                  <a:pt x="9609829" y="4466313"/>
                </a:lnTo>
                <a:lnTo>
                  <a:pt x="0" y="4466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95" t="-18392" r="-8705" b="-19194"/>
            </a:stretch>
          </a:blipFill>
          <a:effectLst>
            <a:outerShdw blurRad="50800" dist="254000" dir="3000000" algn="ctr" rotWithShape="0">
              <a:schemeClr val="tx1">
                <a:lumMod val="65000"/>
                <a:lumOff val="35000"/>
                <a:alpha val="90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332518" y="1714545"/>
            <a:ext cx="15622965" cy="169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77"/>
              </a:lnSpc>
            </a:pPr>
            <a:r>
              <a:rPr lang="en-US" sz="11231" b="1" spc="617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10807" y="3162272"/>
            <a:ext cx="7066386" cy="44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3"/>
              </a:lnSpc>
              <a:spcBef>
                <a:spcPct val="0"/>
              </a:spcBef>
            </a:pPr>
            <a:r>
              <a:rPr lang="en-US" sz="2616" b="1" spc="57">
                <a:solidFill>
                  <a:srgbClr val="3D291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SETUP FOR SIMULATION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596820">
            <a:off x="9935249" y="3401101"/>
            <a:ext cx="9400422" cy="9722890"/>
          </a:xfrm>
          <a:custGeom>
            <a:avLst/>
            <a:gdLst/>
            <a:ahLst/>
            <a:cxnLst/>
            <a:rect l="l" t="t" r="r" b="b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301578">
            <a:off x="-1413494" y="-1790161"/>
            <a:ext cx="10501467" cy="10861705"/>
          </a:xfrm>
          <a:custGeom>
            <a:avLst/>
            <a:gdLst/>
            <a:ahLst/>
            <a:cxnLst/>
            <a:rect l="l" t="t" r="r" b="b"/>
            <a:pathLst>
              <a:path w="10501467" h="10861705">
                <a:moveTo>
                  <a:pt x="0" y="0"/>
                </a:moveTo>
                <a:lnTo>
                  <a:pt x="10501467" y="0"/>
                </a:lnTo>
                <a:lnTo>
                  <a:pt x="10501467" y="10861705"/>
                </a:lnTo>
                <a:lnTo>
                  <a:pt x="0" y="1086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6780425" y="-1834287"/>
            <a:ext cx="15710072" cy="8797640"/>
          </a:xfrm>
          <a:custGeom>
            <a:avLst/>
            <a:gdLst/>
            <a:ahLst/>
            <a:cxnLst/>
            <a:rect l="l" t="t" r="r" b="b"/>
            <a:pathLst>
              <a:path w="15710072" h="8797640">
                <a:moveTo>
                  <a:pt x="0" y="0"/>
                </a:moveTo>
                <a:lnTo>
                  <a:pt x="15710071" y="0"/>
                </a:lnTo>
                <a:lnTo>
                  <a:pt x="15710071" y="8797640"/>
                </a:lnTo>
                <a:lnTo>
                  <a:pt x="0" y="87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514600" y="206376"/>
            <a:ext cx="4555041" cy="9773427"/>
          </a:xfrm>
          <a:custGeom>
            <a:avLst/>
            <a:gdLst/>
            <a:ahLst/>
            <a:cxnLst/>
            <a:rect l="l" t="t" r="r" b="b"/>
            <a:pathLst>
              <a:path w="4863354" h="10287000">
                <a:moveTo>
                  <a:pt x="0" y="0"/>
                </a:moveTo>
                <a:lnTo>
                  <a:pt x="4863354" y="0"/>
                </a:lnTo>
                <a:lnTo>
                  <a:pt x="48633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89" t="-5247" r="-11375" b="-5220"/>
            </a:stretch>
          </a:blipFill>
          <a:effectLst>
            <a:outerShdw blurRad="50800" dist="254000" dir="3000000" algn="ctr" rotWithShape="0">
              <a:schemeClr val="tx1">
                <a:lumMod val="75000"/>
                <a:lumOff val="25000"/>
                <a:alpha val="90000"/>
              </a:scheme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370054" y="3257429"/>
            <a:ext cx="8311654" cy="326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9999" b="1" dirty="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SUSCEPTIBLE</a:t>
            </a:r>
          </a:p>
          <a:p>
            <a:pPr algn="ctr">
              <a:lnSpc>
                <a:spcPts val="12999"/>
              </a:lnSpc>
            </a:pPr>
            <a:r>
              <a:rPr lang="en-US" sz="9999" b="1" dirty="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PSEUDOCODE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56388">
            <a:off x="-919416" y="-2027263"/>
            <a:ext cx="9400422" cy="9722890"/>
          </a:xfrm>
          <a:custGeom>
            <a:avLst/>
            <a:gdLst/>
            <a:ahLst/>
            <a:cxnLst/>
            <a:rect l="l" t="t" r="r" b="b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4553139">
            <a:off x="8102038" y="265786"/>
            <a:ext cx="12810333" cy="13249773"/>
          </a:xfrm>
          <a:custGeom>
            <a:avLst/>
            <a:gdLst/>
            <a:ahLst/>
            <a:cxnLst/>
            <a:rect l="l" t="t" r="r" b="b"/>
            <a:pathLst>
              <a:path w="12810333" h="13249773">
                <a:moveTo>
                  <a:pt x="0" y="0"/>
                </a:moveTo>
                <a:lnTo>
                  <a:pt x="12810334" y="0"/>
                </a:lnTo>
                <a:lnTo>
                  <a:pt x="12810334" y="13249774"/>
                </a:lnTo>
                <a:lnTo>
                  <a:pt x="0" y="1324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0427630" y="-713373"/>
            <a:ext cx="9352494" cy="5237396"/>
          </a:xfrm>
          <a:custGeom>
            <a:avLst/>
            <a:gdLst/>
            <a:ahLst/>
            <a:cxnLst/>
            <a:rect l="l" t="t" r="r" b="b"/>
            <a:pathLst>
              <a:path w="9352494" h="5237396">
                <a:moveTo>
                  <a:pt x="0" y="0"/>
                </a:moveTo>
                <a:lnTo>
                  <a:pt x="9352494" y="0"/>
                </a:lnTo>
                <a:lnTo>
                  <a:pt x="9352494" y="5237397"/>
                </a:lnTo>
                <a:lnTo>
                  <a:pt x="0" y="523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895452" y="5685772"/>
            <a:ext cx="9352494" cy="5237396"/>
          </a:xfrm>
          <a:custGeom>
            <a:avLst/>
            <a:gdLst/>
            <a:ahLst/>
            <a:cxnLst/>
            <a:rect l="l" t="t" r="r" b="b"/>
            <a:pathLst>
              <a:path w="9352494" h="5237396">
                <a:moveTo>
                  <a:pt x="0" y="0"/>
                </a:moveTo>
                <a:lnTo>
                  <a:pt x="9352494" y="0"/>
                </a:lnTo>
                <a:lnTo>
                  <a:pt x="9352494" y="5237396"/>
                </a:lnTo>
                <a:lnTo>
                  <a:pt x="0" y="5237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427630" y="616773"/>
            <a:ext cx="5935021" cy="91504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63"/>
              </a:lnSpc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844313" y="481632"/>
            <a:ext cx="5935021" cy="8969669"/>
          </a:xfrm>
          <a:custGeom>
            <a:avLst/>
            <a:gdLst/>
            <a:ahLst/>
            <a:cxnLst/>
            <a:rect l="l" t="t" r="r" b="b"/>
            <a:pathLst>
              <a:path w="5935021" h="8969669">
                <a:moveTo>
                  <a:pt x="0" y="0"/>
                </a:moveTo>
                <a:lnTo>
                  <a:pt x="5935021" y="0"/>
                </a:lnTo>
                <a:lnTo>
                  <a:pt x="5935021" y="8969669"/>
                </a:lnTo>
                <a:lnTo>
                  <a:pt x="0" y="8969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88" t="-9320" r="-13934" b="-8720"/>
            </a:stretch>
          </a:blipFill>
          <a:effectLst>
            <a:outerShdw blurRad="50800" dist="254000" dir="3000000" algn="ctr" rotWithShape="0">
              <a:schemeClr val="tx1">
                <a:lumMod val="75000"/>
                <a:lumOff val="25000"/>
                <a:alpha val="90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48482" y="3344876"/>
            <a:ext cx="8295518" cy="326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9999" b="1" spc="219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INFECTED PSEUDOCODE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721085">
            <a:off x="8968896" y="-3024459"/>
            <a:ext cx="11083612" cy="11463819"/>
          </a:xfrm>
          <a:custGeom>
            <a:avLst/>
            <a:gdLst/>
            <a:ahLst/>
            <a:cxnLst/>
            <a:rect l="l" t="t" r="r" b="b"/>
            <a:pathLst>
              <a:path w="11083612" h="11463819">
                <a:moveTo>
                  <a:pt x="0" y="0"/>
                </a:moveTo>
                <a:lnTo>
                  <a:pt x="11083612" y="0"/>
                </a:lnTo>
                <a:lnTo>
                  <a:pt x="11083612" y="11463820"/>
                </a:lnTo>
                <a:lnTo>
                  <a:pt x="0" y="11463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 flipV="1">
            <a:off x="-5849862" y="-887893"/>
            <a:ext cx="15710072" cy="8797640"/>
          </a:xfrm>
          <a:custGeom>
            <a:avLst/>
            <a:gdLst/>
            <a:ahLst/>
            <a:cxnLst/>
            <a:rect l="l" t="t" r="r" b="b"/>
            <a:pathLst>
              <a:path w="15710072" h="8797640">
                <a:moveTo>
                  <a:pt x="0" y="8797640"/>
                </a:moveTo>
                <a:lnTo>
                  <a:pt x="15710072" y="8797640"/>
                </a:lnTo>
                <a:lnTo>
                  <a:pt x="15710072" y="0"/>
                </a:lnTo>
                <a:lnTo>
                  <a:pt x="0" y="0"/>
                </a:lnTo>
                <a:lnTo>
                  <a:pt x="0" y="879764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472850" y="281955"/>
            <a:ext cx="5609574" cy="9493126"/>
          </a:xfrm>
          <a:custGeom>
            <a:avLst/>
            <a:gdLst/>
            <a:ahLst/>
            <a:cxnLst/>
            <a:rect l="l" t="t" r="r" b="b"/>
            <a:pathLst>
              <a:path w="5609574" h="9493126">
                <a:moveTo>
                  <a:pt x="0" y="0"/>
                </a:moveTo>
                <a:lnTo>
                  <a:pt x="5609574" y="0"/>
                </a:lnTo>
                <a:lnTo>
                  <a:pt x="5609574" y="9493126"/>
                </a:lnTo>
                <a:lnTo>
                  <a:pt x="0" y="949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43" t="-5738" r="-9049" b="-6266"/>
            </a:stretch>
          </a:blipFill>
          <a:effectLst>
            <a:outerShdw blurRad="50800" dist="254000" dir="3000000" algn="ctr" rotWithShape="0">
              <a:schemeClr val="tx1">
                <a:lumMod val="75000"/>
                <a:lumOff val="25000"/>
                <a:alpha val="90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66911" y="2821811"/>
            <a:ext cx="8571559" cy="491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9999" b="1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INTELLIGENT ZOMBIE PSEUDOCODE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721085">
            <a:off x="9274107" y="-3155134"/>
            <a:ext cx="11083612" cy="11463819"/>
          </a:xfrm>
          <a:custGeom>
            <a:avLst/>
            <a:gdLst/>
            <a:ahLst/>
            <a:cxnLst/>
            <a:rect l="l" t="t" r="r" b="b"/>
            <a:pathLst>
              <a:path w="11083612" h="11463819">
                <a:moveTo>
                  <a:pt x="0" y="0"/>
                </a:moveTo>
                <a:lnTo>
                  <a:pt x="11083612" y="0"/>
                </a:lnTo>
                <a:lnTo>
                  <a:pt x="11083612" y="11463820"/>
                </a:lnTo>
                <a:lnTo>
                  <a:pt x="0" y="11463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0368381" flipV="1">
            <a:off x="-6119100" y="-1822046"/>
            <a:ext cx="15710072" cy="8797640"/>
          </a:xfrm>
          <a:custGeom>
            <a:avLst/>
            <a:gdLst/>
            <a:ahLst/>
            <a:cxnLst/>
            <a:rect l="l" t="t" r="r" b="b"/>
            <a:pathLst>
              <a:path w="15710072" h="8797640">
                <a:moveTo>
                  <a:pt x="0" y="8797640"/>
                </a:moveTo>
                <a:lnTo>
                  <a:pt x="15710072" y="8797640"/>
                </a:lnTo>
                <a:lnTo>
                  <a:pt x="15710072" y="0"/>
                </a:lnTo>
                <a:lnTo>
                  <a:pt x="0" y="0"/>
                </a:lnTo>
                <a:lnTo>
                  <a:pt x="0" y="879764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754081" y="1819539"/>
            <a:ext cx="769088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1" dirty="0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CHALLENGES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67000" y="3656022"/>
            <a:ext cx="14431745" cy="535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Optimization</a:t>
            </a:r>
          </a:p>
          <a:p>
            <a:pPr marL="1993901" lvl="3" indent="-539750">
              <a:lnSpc>
                <a:spcPts val="7000"/>
              </a:lnSpc>
              <a:buFont typeface="Arial"/>
              <a:buChar char="•"/>
            </a:pPr>
            <a:r>
              <a:rPr lang="en-US" sz="5000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UML Diagrams</a:t>
            </a:r>
            <a:endParaRPr lang="en-US" sz="5000" b="1" dirty="0">
              <a:solidFill>
                <a:srgbClr val="3D291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Pseudocode</a:t>
            </a:r>
          </a:p>
          <a:p>
            <a:pPr marL="1993901" lvl="3" indent="-539750">
              <a:lnSpc>
                <a:spcPts val="7000"/>
              </a:lnSpc>
              <a:buFont typeface="Arial"/>
              <a:buChar char="•"/>
            </a:pPr>
            <a:r>
              <a:rPr lang="en-US" sz="5000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Probabilistic or Deterministic</a:t>
            </a: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Simulation</a:t>
            </a:r>
          </a:p>
          <a:p>
            <a:pPr marL="1993901" lvl="3" indent="-539750">
              <a:lnSpc>
                <a:spcPts val="7000"/>
              </a:lnSpc>
              <a:buFont typeface="Arial"/>
              <a:buChar char="•"/>
            </a:pPr>
            <a:r>
              <a:rPr lang="en-US" sz="5000" dirty="0">
                <a:solidFill>
                  <a:srgbClr val="3D291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Procedure or Function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66580">
            <a:off x="9654716" y="2742945"/>
            <a:ext cx="9400422" cy="9722890"/>
          </a:xfrm>
          <a:custGeom>
            <a:avLst/>
            <a:gdLst/>
            <a:ahLst/>
            <a:cxnLst/>
            <a:rect l="l" t="t" r="r" b="b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631316">
            <a:off x="-341565" y="-1602678"/>
            <a:ext cx="8656207" cy="8953145"/>
          </a:xfrm>
          <a:custGeom>
            <a:avLst/>
            <a:gdLst/>
            <a:ahLst/>
            <a:cxnLst/>
            <a:rect l="l" t="t" r="r" b="b"/>
            <a:pathLst>
              <a:path w="8656207" h="8953145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30749" y="1468727"/>
            <a:ext cx="8343860" cy="9123127"/>
          </a:xfrm>
          <a:custGeom>
            <a:avLst/>
            <a:gdLst/>
            <a:ahLst/>
            <a:cxnLst/>
            <a:rect l="l" t="t" r="r" b="b"/>
            <a:pathLst>
              <a:path w="8343860" h="9123127">
                <a:moveTo>
                  <a:pt x="0" y="0"/>
                </a:moveTo>
                <a:lnTo>
                  <a:pt x="8343860" y="0"/>
                </a:lnTo>
                <a:lnTo>
                  <a:pt x="8343860" y="9123127"/>
                </a:lnTo>
                <a:lnTo>
                  <a:pt x="0" y="9123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0613756" y="-239704"/>
            <a:ext cx="7797854" cy="8526128"/>
          </a:xfrm>
          <a:custGeom>
            <a:avLst/>
            <a:gdLst/>
            <a:ahLst/>
            <a:cxnLst/>
            <a:rect l="l" t="t" r="r" b="b"/>
            <a:pathLst>
              <a:path w="7797854" h="8526128">
                <a:moveTo>
                  <a:pt x="0" y="0"/>
                </a:moveTo>
                <a:lnTo>
                  <a:pt x="7797854" y="0"/>
                </a:lnTo>
                <a:lnTo>
                  <a:pt x="7797854" y="8526127"/>
                </a:lnTo>
                <a:lnTo>
                  <a:pt x="0" y="852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29967" y="4313489"/>
            <a:ext cx="13428065" cy="2695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7"/>
              </a:lnSpc>
            </a:pPr>
            <a:r>
              <a:rPr lang="en-US" sz="15762" b="1" spc="961">
                <a:solidFill>
                  <a:srgbClr val="3D2917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THANK YOU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65</Words>
  <Application>Microsoft Office PowerPoint</Application>
  <PresentationFormat>Custom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Monterchi Serif Bold</vt:lpstr>
      <vt:lpstr>Arial</vt:lpstr>
      <vt:lpstr>Source Serif Pro Bold</vt:lpstr>
      <vt:lpstr>Calibri</vt:lpstr>
      <vt:lpstr>Karimun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Thinking II</dc:title>
  <cp:lastModifiedBy>Ralph Reyes</cp:lastModifiedBy>
  <cp:revision>3</cp:revision>
  <dcterms:created xsi:type="dcterms:W3CDTF">2006-08-16T00:00:00Z</dcterms:created>
  <dcterms:modified xsi:type="dcterms:W3CDTF">2025-03-28T18:38:05Z</dcterms:modified>
  <dc:identifier>DAGi1_dOyOg</dc:identifier>
</cp:coreProperties>
</file>